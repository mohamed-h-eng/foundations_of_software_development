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AD09D-7AE6-47B2-8DF6-C6D36E2BF5BF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52257-63A2-4C74-98A6-3B9B2089D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05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59DDC-1975-410D-9F35-6DB476BAA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95920-2C94-4DD8-B84E-69486D4C0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DB088-5D92-408A-9B91-1C5FD74B7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1546-1A37-48A1-99B1-634B35F7D67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C3D3E-5395-4B7A-B099-D42D54C9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55BC4-94A2-4980-8816-B3FBD119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CB399-10DB-403A-9371-F1BEB1B6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2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93FC-F35E-4457-AD25-E93F03E9E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89355-BBAD-4C68-8EA8-A1770D51C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C15D6-B7CD-4752-AE03-E4A37FBBD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1546-1A37-48A1-99B1-634B35F7D67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39A68-911A-400B-BCEF-CA986F612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AF19F-D7A2-4566-AAC0-742035E1D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CB399-10DB-403A-9371-F1BEB1B6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4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68D1B-76B2-4530-9B99-AC8EFBD93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A0BE4-1389-4DC2-9050-A59478A85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E9CAE-5D72-4D4F-8FB1-3A021C0DB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1546-1A37-48A1-99B1-634B35F7D67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7EA0F-7F94-4930-BA8B-BEA786132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814E7-EAA4-4608-8E54-DB9BEA3BC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CB399-10DB-403A-9371-F1BEB1B6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3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19E0-F970-4F4D-B5ED-45A67E686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DC42C-17AE-46FD-B5CF-B3A253250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A487A-86B4-485A-8847-B6E1BD6D4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63055-21BC-49AA-B6F2-800E0E399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1546-1A37-48A1-99B1-634B35F7D67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4A432-B9F6-413F-90A1-BB99310D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902D4-7C12-4CCC-B959-CE2622137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CB399-10DB-403A-9371-F1BEB1B6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7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C27A0-67DF-4385-AFAD-74CCB97A3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068CC-9D0C-4443-835B-B9C8E16B3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B1141-A385-4F4D-9202-30E8F59E1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EF95C-F009-4777-BCC5-95FD28090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B5E85-D6B8-426A-BAB9-045A59D5F1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F27507-2A6E-4C48-A72F-E281CA04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1546-1A37-48A1-99B1-634B35F7D67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2293E5-F76C-41CA-A42E-B4481636D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2B8796-D3A5-4A80-8E36-8E23C99B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CB399-10DB-403A-9371-F1BEB1B6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1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5F70E-E81E-4E91-A12C-963FC2171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089641-D461-4C6A-A624-A1C06C214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1546-1A37-48A1-99B1-634B35F7D67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F7643-E879-4DCE-8A76-442086988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D9AE7-C6DA-4AC7-826A-6905599A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CB399-10DB-403A-9371-F1BEB1B6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88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F0E5B8-9E55-44F7-A8E9-A07962E86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1546-1A37-48A1-99B1-634B35F7D67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384810-958B-455E-A228-A1F02F42A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53A08-5FEB-4F9C-A816-C2631D77E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CB399-10DB-403A-9371-F1BEB1B6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33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C22F-738A-4DC4-9B16-A16F5E9D4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5A973-128A-45AB-B6CA-0FCD1845B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DE2D7-8D2F-4B4B-9E33-37E73B0A0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EB086-007E-45F6-BEAA-5FEBCC478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1546-1A37-48A1-99B1-634B35F7D67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49536-E518-4EB2-BA70-401A69AB4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7B08E-6283-4827-8511-04B155940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CB399-10DB-403A-9371-F1BEB1B6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5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7410C-F34A-4BA3-AB80-0A524A9C7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6C2E31-7D20-4F77-914B-DDB749416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6A887-806D-4E40-BBBC-240073AB7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5D144-F2FD-499E-97D5-777BB4EEF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1546-1A37-48A1-99B1-634B35F7D67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95DA7-CB21-4F26-84DD-4782638A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4C4A9-9429-444E-A356-9AA7A86B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CB399-10DB-403A-9371-F1BEB1B6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53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F239D-6D4B-4B52-B2AE-D9C1DF6E3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57CC5-E62C-4823-81B0-0C687C18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6D0E7-26A4-444D-A8E6-8F823F81A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1546-1A37-48A1-99B1-634B35F7D67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A2275-47F5-4FDE-9701-D72C548CD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D8BD8-A7C0-45BD-8C85-A9E0F890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CB399-10DB-403A-9371-F1BEB1B6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22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359CA0-AD67-47F9-9311-524F6F87B5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78D12-9B61-40D7-9868-F50CB2C93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997B7-9984-4D25-9D6E-AA9CAB7B6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E1546-1A37-48A1-99B1-634B35F7D67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58E66-BA23-4E16-9C39-9ECDB710C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8F21C-592B-4C08-A66A-E729F4B28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CB399-10DB-403A-9371-F1BEB1B6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2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194F3D-E3E4-457E-953D-31C3C3942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EF09F-6691-47E8-AE7A-099E82D32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C9FFC-4B1B-4EAF-82E5-822904126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E1546-1A37-48A1-99B1-634B35F7D67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93986-8CB3-4946-BC8A-2435E33B9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4C2BA-1597-4D99-A754-E8322CB487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CB399-10DB-403A-9371-F1BEB1B6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082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AF4E179A-CBDB-47C2-B50E-A920CB6FCEB1}"/>
              </a:ext>
            </a:extLst>
          </p:cNvPr>
          <p:cNvGrpSpPr/>
          <p:nvPr/>
        </p:nvGrpSpPr>
        <p:grpSpPr>
          <a:xfrm>
            <a:off x="7835900" y="762000"/>
            <a:ext cx="3914942" cy="4990853"/>
            <a:chOff x="1616242" y="480368"/>
            <a:chExt cx="6477000" cy="57197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0E39937-BCA0-44C4-B8DB-4547808F015F}"/>
                </a:ext>
              </a:extLst>
            </p:cNvPr>
            <p:cNvSpPr txBox="1"/>
            <p:nvPr/>
          </p:nvSpPr>
          <p:spPr>
            <a:xfrm>
              <a:off x="4596063" y="480368"/>
              <a:ext cx="2999873" cy="64480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Start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8CD0181-2232-4F56-BEEE-78A824457DD8}"/>
                </a:ext>
              </a:extLst>
            </p:cNvPr>
            <p:cNvSpPr txBox="1"/>
            <p:nvPr/>
          </p:nvSpPr>
          <p:spPr>
            <a:xfrm>
              <a:off x="4239127" y="1783041"/>
              <a:ext cx="3713748" cy="81127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Create variable N = 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9C0773-F4BF-433F-8A6C-DE8A400251C9}"/>
                </a:ext>
              </a:extLst>
            </p:cNvPr>
            <p:cNvSpPr txBox="1"/>
            <p:nvPr/>
          </p:nvSpPr>
          <p:spPr>
            <a:xfrm>
              <a:off x="4596063" y="5555330"/>
              <a:ext cx="2999873" cy="64480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End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70DF387-88A6-450F-A4EF-AC33308AA163}"/>
                </a:ext>
              </a:extLst>
            </p:cNvPr>
            <p:cNvSpPr txBox="1"/>
            <p:nvPr/>
          </p:nvSpPr>
          <p:spPr>
            <a:xfrm>
              <a:off x="4098758" y="2848184"/>
              <a:ext cx="3994484" cy="45854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Print “Hello World”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D5CEB7-0C0D-4B39-8182-5F4D9A55AE67}"/>
                </a:ext>
              </a:extLst>
            </p:cNvPr>
            <p:cNvSpPr txBox="1"/>
            <p:nvPr/>
          </p:nvSpPr>
          <p:spPr>
            <a:xfrm>
              <a:off x="4253831" y="3902416"/>
              <a:ext cx="3684338" cy="910882"/>
            </a:xfrm>
            <a:prstGeom prst="diamond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If N &lt; 10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99E193-10E1-4BAE-A177-CE80DA0455FC}"/>
                </a:ext>
              </a:extLst>
            </p:cNvPr>
            <p:cNvSpPr txBox="1"/>
            <p:nvPr/>
          </p:nvSpPr>
          <p:spPr>
            <a:xfrm>
              <a:off x="1616242" y="4201757"/>
              <a:ext cx="1311442" cy="458546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N + 1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7F7214C-CB5E-4021-98B8-D99A0C86989D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>
              <a:off x="6096000" y="1125170"/>
              <a:ext cx="2" cy="65787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9F4369F-EAB8-4A8E-87C2-3DBC13ED8EDF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 flipH="1">
              <a:off x="6096000" y="2594313"/>
              <a:ext cx="2" cy="25387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B18310F-8766-461C-B6F0-97E683DBA6A1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6096000" y="3306730"/>
              <a:ext cx="0" cy="5956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5273A47-31F6-4FD6-9E81-810A825B9CD2}"/>
                </a:ext>
              </a:extLst>
            </p:cNvPr>
            <p:cNvCxnSpPr>
              <a:cxnSpLocks/>
              <a:stCxn id="8" idx="2"/>
              <a:endCxn id="6" idx="0"/>
            </p:cNvCxnSpPr>
            <p:nvPr/>
          </p:nvCxnSpPr>
          <p:spPr>
            <a:xfrm>
              <a:off x="6096000" y="4813299"/>
              <a:ext cx="0" cy="7420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AEB2EAD-6346-4FD8-A4C1-745A11D1F1E7}"/>
                </a:ext>
              </a:extLst>
            </p:cNvPr>
            <p:cNvCxnSpPr>
              <a:cxnSpLocks/>
              <a:stCxn id="8" idx="1"/>
              <a:endCxn id="9" idx="3"/>
            </p:cNvCxnSpPr>
            <p:nvPr/>
          </p:nvCxnSpPr>
          <p:spPr>
            <a:xfrm flipH="1">
              <a:off x="2927684" y="4357858"/>
              <a:ext cx="1326147" cy="7317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F62151-A3FC-4C0E-B943-CFB038F04FF5}"/>
                </a:ext>
              </a:extLst>
            </p:cNvPr>
            <p:cNvSpPr txBox="1"/>
            <p:nvPr/>
          </p:nvSpPr>
          <p:spPr>
            <a:xfrm>
              <a:off x="6096000" y="5116780"/>
              <a:ext cx="660401" cy="3174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NO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7376CBE-E781-405D-8DEC-735615386F5F}"/>
                </a:ext>
              </a:extLst>
            </p:cNvPr>
            <p:cNvSpPr txBox="1"/>
            <p:nvPr/>
          </p:nvSpPr>
          <p:spPr>
            <a:xfrm>
              <a:off x="3260557" y="4099460"/>
              <a:ext cx="660401" cy="529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YES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3F3842A-FCA3-4A1F-8BF9-6AF58E33D230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2271964" y="2519981"/>
              <a:ext cx="0" cy="168177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7D4F16D-D12D-41E9-86B6-ADED0B469DA5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62" y="2519977"/>
              <a:ext cx="3824037" cy="358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152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3E38E082-A5F8-44BF-BBE1-A2887531C7BE}"/>
              </a:ext>
            </a:extLst>
          </p:cNvPr>
          <p:cNvGrpSpPr/>
          <p:nvPr/>
        </p:nvGrpSpPr>
        <p:grpSpPr>
          <a:xfrm>
            <a:off x="7556500" y="729133"/>
            <a:ext cx="4455026" cy="5166154"/>
            <a:chOff x="1616242" y="480368"/>
            <a:chExt cx="7283784" cy="56421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55AA385-75A2-4A7B-904C-5E8F8B44278C}"/>
                </a:ext>
              </a:extLst>
            </p:cNvPr>
            <p:cNvSpPr txBox="1"/>
            <p:nvPr/>
          </p:nvSpPr>
          <p:spPr>
            <a:xfrm>
              <a:off x="4596062" y="480368"/>
              <a:ext cx="2999875" cy="56720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Start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0423664-4938-44AB-98E7-1346ED75B822}"/>
                </a:ext>
              </a:extLst>
            </p:cNvPr>
            <p:cNvSpPr txBox="1"/>
            <p:nvPr/>
          </p:nvSpPr>
          <p:spPr>
            <a:xfrm>
              <a:off x="3291973" y="1783965"/>
              <a:ext cx="5608053" cy="40336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Create variable N=0 ,Y = 1, X = 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AFF06B-408D-4858-BF11-32AA581500CB}"/>
                </a:ext>
              </a:extLst>
            </p:cNvPr>
            <p:cNvSpPr txBox="1"/>
            <p:nvPr/>
          </p:nvSpPr>
          <p:spPr>
            <a:xfrm>
              <a:off x="4596062" y="5555328"/>
              <a:ext cx="2999875" cy="56720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End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68E3CFD-E8E1-4967-8562-EF2FE3650614}"/>
                </a:ext>
              </a:extLst>
            </p:cNvPr>
            <p:cNvSpPr txBox="1"/>
            <p:nvPr/>
          </p:nvSpPr>
          <p:spPr>
            <a:xfrm>
              <a:off x="4098759" y="2848183"/>
              <a:ext cx="3994484" cy="40336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X = X + 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7E5EEE-93DB-45E7-AC4E-AC8D1EF8EE45}"/>
                </a:ext>
              </a:extLst>
            </p:cNvPr>
            <p:cNvSpPr txBox="1"/>
            <p:nvPr/>
          </p:nvSpPr>
          <p:spPr>
            <a:xfrm>
              <a:off x="4253831" y="3902416"/>
              <a:ext cx="3684337" cy="801263"/>
            </a:xfrm>
            <a:prstGeom prst="diamond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If N &lt; 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D58BF3F-0F55-4A4A-8450-135B6850B814}"/>
                </a:ext>
              </a:extLst>
            </p:cNvPr>
            <p:cNvSpPr txBox="1"/>
            <p:nvPr/>
          </p:nvSpPr>
          <p:spPr>
            <a:xfrm>
              <a:off x="1616242" y="4201754"/>
              <a:ext cx="1311443" cy="40336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N + 1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A69106B-B8C5-43E6-B3CA-A773F16241E1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>
              <a:off x="6096000" y="1047572"/>
              <a:ext cx="0" cy="73639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1936214-AAA3-4272-8B9B-92A478874961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>
              <a:off x="6096000" y="2187327"/>
              <a:ext cx="2" cy="66085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72BD94F-9C54-4CDC-A426-124C5BD2D553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flipH="1">
              <a:off x="6096000" y="3251546"/>
              <a:ext cx="2" cy="65087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A89D56C-773F-4BEF-825A-A4A75A12D322}"/>
                </a:ext>
              </a:extLst>
            </p:cNvPr>
            <p:cNvCxnSpPr>
              <a:cxnSpLocks/>
              <a:stCxn id="8" idx="2"/>
              <a:endCxn id="6" idx="0"/>
            </p:cNvCxnSpPr>
            <p:nvPr/>
          </p:nvCxnSpPr>
          <p:spPr>
            <a:xfrm>
              <a:off x="6096000" y="4703679"/>
              <a:ext cx="0" cy="8516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D615DF4-2FE5-4E94-BEE1-3FE94F102048}"/>
                </a:ext>
              </a:extLst>
            </p:cNvPr>
            <p:cNvCxnSpPr>
              <a:cxnSpLocks/>
              <a:stCxn id="8" idx="1"/>
              <a:endCxn id="9" idx="3"/>
            </p:cNvCxnSpPr>
            <p:nvPr/>
          </p:nvCxnSpPr>
          <p:spPr>
            <a:xfrm flipH="1">
              <a:off x="2927685" y="4303048"/>
              <a:ext cx="1326146" cy="1003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0151CC9-D421-484B-8604-A3F2A4CCDC19}"/>
                </a:ext>
              </a:extLst>
            </p:cNvPr>
            <p:cNvSpPr txBox="1"/>
            <p:nvPr/>
          </p:nvSpPr>
          <p:spPr>
            <a:xfrm>
              <a:off x="6096000" y="5116780"/>
              <a:ext cx="660401" cy="285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NO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C38B6A3-4AD3-413D-AA87-C2CAFD666169}"/>
                </a:ext>
              </a:extLst>
            </p:cNvPr>
            <p:cNvSpPr txBox="1"/>
            <p:nvPr/>
          </p:nvSpPr>
          <p:spPr>
            <a:xfrm>
              <a:off x="3260558" y="4099461"/>
              <a:ext cx="660401" cy="285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YES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0B82667-BAE0-4663-8383-1327D965EF65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2271963" y="2519978"/>
              <a:ext cx="0" cy="168177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2A99E54-2F5B-4088-82EE-8AC35B634CAD}"/>
                </a:ext>
              </a:extLst>
            </p:cNvPr>
            <p:cNvCxnSpPr>
              <a:cxnSpLocks/>
            </p:cNvCxnSpPr>
            <p:nvPr/>
          </p:nvCxnSpPr>
          <p:spPr>
            <a:xfrm>
              <a:off x="2271962" y="2519977"/>
              <a:ext cx="3824037" cy="358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6558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57DA7A4-DAE8-4F82-9215-BC28C77F100A}"/>
              </a:ext>
            </a:extLst>
          </p:cNvPr>
          <p:cNvGrpSpPr/>
          <p:nvPr/>
        </p:nvGrpSpPr>
        <p:grpSpPr>
          <a:xfrm>
            <a:off x="8851900" y="927100"/>
            <a:ext cx="3032626" cy="3376428"/>
            <a:chOff x="3291974" y="480368"/>
            <a:chExt cx="5608052" cy="40440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CDAAABD-8661-4AC1-B748-70664C45C1BD}"/>
                </a:ext>
              </a:extLst>
            </p:cNvPr>
            <p:cNvSpPr txBox="1"/>
            <p:nvPr/>
          </p:nvSpPr>
          <p:spPr>
            <a:xfrm>
              <a:off x="4596063" y="480368"/>
              <a:ext cx="2999873" cy="6220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Start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855F99-8A5E-4341-9638-A8A4FAA1A5EF}"/>
                </a:ext>
              </a:extLst>
            </p:cNvPr>
            <p:cNvSpPr txBox="1"/>
            <p:nvPr/>
          </p:nvSpPr>
          <p:spPr>
            <a:xfrm>
              <a:off x="3291974" y="1783964"/>
              <a:ext cx="5608052" cy="44236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Create variable Y = 10, X = 20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288D642-528C-452E-B1B9-526368A8CC98}"/>
                </a:ext>
              </a:extLst>
            </p:cNvPr>
            <p:cNvSpPr txBox="1"/>
            <p:nvPr/>
          </p:nvSpPr>
          <p:spPr>
            <a:xfrm>
              <a:off x="4596063" y="3902416"/>
              <a:ext cx="2999873" cy="6220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End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A27A3C-AE5D-4035-9719-4E0C4579B0C7}"/>
                </a:ext>
              </a:extLst>
            </p:cNvPr>
            <p:cNvSpPr txBox="1"/>
            <p:nvPr/>
          </p:nvSpPr>
          <p:spPr>
            <a:xfrm>
              <a:off x="4098758" y="2848184"/>
              <a:ext cx="3994483" cy="44236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SUM = X + Y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E239689-6863-4E56-B616-ED9E8557877A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>
              <a:off x="6096000" y="1102418"/>
              <a:ext cx="0" cy="68154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4FFE74B-95DE-4CAE-BA75-9BF83F47565A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>
              <a:off x="6096000" y="2226330"/>
              <a:ext cx="0" cy="62185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B4B37C1-DC30-4863-A074-F92243B9AC13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6096000" y="3290550"/>
              <a:ext cx="0" cy="6118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986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BAB210AF-748A-4474-95B6-63AAE865AD4E}"/>
              </a:ext>
            </a:extLst>
          </p:cNvPr>
          <p:cNvGrpSpPr/>
          <p:nvPr/>
        </p:nvGrpSpPr>
        <p:grpSpPr>
          <a:xfrm>
            <a:off x="7480300" y="898208"/>
            <a:ext cx="4369468" cy="4877875"/>
            <a:chOff x="317507" y="480368"/>
            <a:chExt cx="7620661" cy="607945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1FC0110-DB29-491D-B599-CF4E3B394465}"/>
                </a:ext>
              </a:extLst>
            </p:cNvPr>
            <p:cNvSpPr txBox="1"/>
            <p:nvPr/>
          </p:nvSpPr>
          <p:spPr>
            <a:xfrm>
              <a:off x="4596063" y="480368"/>
              <a:ext cx="2999875" cy="59334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Start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06CB43E-F0F3-41C2-9046-80B6F35FC57D}"/>
                </a:ext>
              </a:extLst>
            </p:cNvPr>
            <p:cNvSpPr txBox="1"/>
            <p:nvPr/>
          </p:nvSpPr>
          <p:spPr>
            <a:xfrm>
              <a:off x="4596059" y="1783620"/>
              <a:ext cx="2999875" cy="42195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Get input grade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5F5060-B40B-4C40-B33B-1825C92478C0}"/>
                </a:ext>
              </a:extLst>
            </p:cNvPr>
            <p:cNvSpPr txBox="1"/>
            <p:nvPr/>
          </p:nvSpPr>
          <p:spPr>
            <a:xfrm>
              <a:off x="4596063" y="5966479"/>
              <a:ext cx="2999875" cy="59334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End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A5F32A9-11AD-4942-A444-D54E7F8C3AE1}"/>
                </a:ext>
              </a:extLst>
            </p:cNvPr>
            <p:cNvSpPr txBox="1"/>
            <p:nvPr/>
          </p:nvSpPr>
          <p:spPr>
            <a:xfrm>
              <a:off x="4253831" y="2850032"/>
              <a:ext cx="3684337" cy="685791"/>
            </a:xfrm>
            <a:prstGeom prst="diamond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If grade  &lt; 50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2521A01-596C-4F49-8BBF-17283C35D06B}"/>
                </a:ext>
              </a:extLst>
            </p:cNvPr>
            <p:cNvSpPr txBox="1"/>
            <p:nvPr/>
          </p:nvSpPr>
          <p:spPr>
            <a:xfrm>
              <a:off x="317507" y="3016183"/>
              <a:ext cx="2543338" cy="42195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Print “Failed”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E328CD5-99C4-49BC-A38D-0B1F8A6C8584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6095997" y="1073711"/>
              <a:ext cx="2" cy="7099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9429134-1B50-4EAD-B1C6-274C22C0D3A6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6096000" y="2380574"/>
              <a:ext cx="0" cy="46945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FD61647-0741-43A9-9EB3-B1EFFBD77BC4}"/>
                </a:ext>
              </a:extLst>
            </p:cNvPr>
            <p:cNvCxnSpPr>
              <a:cxnSpLocks/>
              <a:stCxn id="8" idx="2"/>
              <a:endCxn id="24" idx="0"/>
            </p:cNvCxnSpPr>
            <p:nvPr/>
          </p:nvCxnSpPr>
          <p:spPr>
            <a:xfrm>
              <a:off x="6096000" y="3535823"/>
              <a:ext cx="0" cy="7794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1E0AC6E-0222-45B3-B565-3253AA623E1A}"/>
                </a:ext>
              </a:extLst>
            </p:cNvPr>
            <p:cNvCxnSpPr>
              <a:cxnSpLocks/>
              <a:stCxn id="8" idx="1"/>
              <a:endCxn id="9" idx="3"/>
            </p:cNvCxnSpPr>
            <p:nvPr/>
          </p:nvCxnSpPr>
          <p:spPr>
            <a:xfrm flipH="1">
              <a:off x="2860845" y="3192928"/>
              <a:ext cx="1392986" cy="342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033479D-70FC-4B1D-A881-FC3F895621FB}"/>
                </a:ext>
              </a:extLst>
            </p:cNvPr>
            <p:cNvSpPr txBox="1"/>
            <p:nvPr/>
          </p:nvSpPr>
          <p:spPr>
            <a:xfrm>
              <a:off x="6095999" y="3887304"/>
              <a:ext cx="660399" cy="326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NO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BE999C5-1814-4430-BC66-776B576AB4EB}"/>
                </a:ext>
              </a:extLst>
            </p:cNvPr>
            <p:cNvSpPr txBox="1"/>
            <p:nvPr/>
          </p:nvSpPr>
          <p:spPr>
            <a:xfrm>
              <a:off x="3291974" y="2954693"/>
              <a:ext cx="660399" cy="316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YES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6068F06-94A9-40BD-9849-E42542EF7B7A}"/>
                </a:ext>
              </a:extLst>
            </p:cNvPr>
            <p:cNvSpPr txBox="1"/>
            <p:nvPr/>
          </p:nvSpPr>
          <p:spPr>
            <a:xfrm>
              <a:off x="4317666" y="4315292"/>
              <a:ext cx="3556668" cy="42195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Print “Succeeded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578542E-88D2-4B47-A3F2-B8FA71F6CCB3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1589177" y="3438134"/>
              <a:ext cx="0" cy="17561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DC97AF2-45AA-4EDF-83DF-F381B8F7138B}"/>
                </a:ext>
              </a:extLst>
            </p:cNvPr>
            <p:cNvCxnSpPr>
              <a:cxnSpLocks/>
              <a:stCxn id="24" idx="2"/>
              <a:endCxn id="6" idx="0"/>
            </p:cNvCxnSpPr>
            <p:nvPr/>
          </p:nvCxnSpPr>
          <p:spPr>
            <a:xfrm>
              <a:off x="6096000" y="4737243"/>
              <a:ext cx="0" cy="122923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FE799D0-95C1-410B-9BEE-6592BCE5D48D}"/>
                </a:ext>
              </a:extLst>
            </p:cNvPr>
            <p:cNvCxnSpPr>
              <a:cxnSpLocks/>
            </p:cNvCxnSpPr>
            <p:nvPr/>
          </p:nvCxnSpPr>
          <p:spPr>
            <a:xfrm>
              <a:off x="1589176" y="5194300"/>
              <a:ext cx="4531887" cy="5865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0290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84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2025-12-21T15:40:33Z</dcterms:created>
  <dcterms:modified xsi:type="dcterms:W3CDTF">2025-12-21T16:05:11Z</dcterms:modified>
</cp:coreProperties>
</file>